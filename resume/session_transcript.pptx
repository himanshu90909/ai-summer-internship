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Transcript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23, 2026  ·  HB Intelligence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3200400" cy="54864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key milestones  ·  Resume, NOSO Labs, AI Projects &amp; Applications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Studio Fix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CORS failure with Image() + retry logic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+ 3 Data Science Tasks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Future Interns analytics projects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 Labs Resume Tailoring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 for AI Engineer Intern role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 Labs Experience Added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internship entry to resume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Conversion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resume to print-ready 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Resume Created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794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optimized ATS-friendly resume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297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6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Noso Labs Answer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4297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application response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AI Image Studio Fix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Problem: Image generation failing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Root cause: fetch() hitting CORS restrictions — browser blocks cross-origin requests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Fix Applied: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Switched back to Image() object (no CORS needed for display)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2 retries with new seed on failure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60-second timeout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Dynamic loading messages (Generating → Still working → Almost there)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Ctrl+Enter to trigger generation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ai-image-studio.html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Resume + 3 Data Science Tasks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Sales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records  ·  $403K revenue  ·  15.62% margin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Churn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 customers  ·  29.6% churn rate  ·  Cohort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Funnel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leads  ·  1.87% conversion  ·  6-stage funnel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FUTURE_DS_01/02/03 folders  ·  resume.html updated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NOSO Labs Resume Tailoring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Tailored for: AI Engineer Intern at NOSO Labs (YC S25)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Highlights matched to JD: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Multi-agent systems (CrewAI) → top project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RAG pipeline → directly relevant to their knowledge-base assistant needs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n8n + LLM workflow → same pattern as technician AI assistant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Added TypeScript, Postgres, Supabase (JD nice-to-haves)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Projects reordered: CrewAI → n8n → RAG first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Also created: Application note describing n8n email classifier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F86F7"/>
                </a:solidFill>
              </a:rPr>
              <a:t>File: resume_noso.html  +  noso_application_note.txt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04–05  NOSO Experience + PDF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 Labs Added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AI Engineer Intern — Jul 2026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</a:rPr>
              <a:t>AI agents &amp; workflows for trades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</a:rPr>
              <a:t>RAG systems for knowledge bases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</a:rPr>
              <a:t>LLM integration with CRM/field service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</a:rPr>
              <a:t>Prompt quality &amp; evaluation frameworks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164592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Conversion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Installed WeasyPrint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resume.html → resume.pdf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25KB, print-ready A4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resume.html  ·  resume.pdf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Perfect Resume Created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Complete rewrite — optimized for one-page A4 fit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Punchier profile — leads with 98.3% accuracy achievement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Experience reordered: NOSO → AI Signal → 3Skill → MirAI → Future Interns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3 Future Interns tasks consolidated into one bullet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6 key projects: CrewAI, n8n, RAG, SportChat, Healthcare AI, Cardiac Risk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Skills: added TypeScript, Postgres, Supabase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ATS-friendly: clean HTML, no images, standard headers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One-line header: email · phone · LinkedIn · GitHub · Portfolio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Both PDF (25KB) and HTML uploaded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Why Noso Labs?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Argument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n8n email classifier = same pattern as NOSO's technician AI assistant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LLM classifies input → triggers downstream actions across systems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CrewAI multi-agent = same orchestration for field team workflows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RAG pipeline = directly transferable to knowledge-base assistants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Domain appeal: AI for trades = real, tangible impact (not adtech/SaaS)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Wants to ship alongside a founding team solving real problems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Files Created / Modified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ai-image-studio.html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image generation (Image + retry)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resume.html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039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resume — final one-page version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resume.pdf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Print-ready PDF export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27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resume_noso.html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3227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NOSO-tailored resume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noso_application_note.txt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note for NOSO Labs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Apply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3200400" cy="54864"/>
          </a:xfrm>
          <a:prstGeom prst="rect">
            <a:avLst/>
          </a:prstGeom>
          <a:solidFill>
            <a:srgbClr val="4F86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PDF + Application Note → career@noso.so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github.com/Himanshu90909  ·  Portfolio: si14.oneapp.dev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 — Session Transcript</dc:title>
  <dc:subject>PptxGenJS Presentation</dc:subject>
  <dc:creator>HB Intelligence</dc:creator>
  <cp:lastModifiedBy>HB Intelligence</cp:lastModifiedBy>
  <cp:revision>1</cp:revision>
  <dcterms:created xsi:type="dcterms:W3CDTF">2026-07-23T11:07:24Z</dcterms:created>
  <dcterms:modified xsi:type="dcterms:W3CDTF">2026-07-23T11:07:24Z</dcterms:modified>
</cp:coreProperties>
</file>